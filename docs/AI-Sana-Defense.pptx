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ff9e1fd5fd46e5" /><Relationship Type="http://schemas.openxmlformats.org/officeDocument/2006/relationships/extended-properties" Target="/docProps/app.xml" Id="Re0dd4255a4ac4c79" /><Relationship Type="http://schemas.openxmlformats.org/officeDocument/2006/relationships/officeDocument" Target="/ppt/presentation.xml" Id="R63417cc821684b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08ea3567e04739"/>
  </p:sldMasterIdLst>
  <p:notesMasterIdLst>
    <p:notesMasterId xmlns:r="http://schemas.openxmlformats.org/officeDocument/2006/relationships" r:id="R5a0e1dffb5e34c9b"/>
  </p:notesMasterIdLst>
  <p:sldIdLst>
    <p:sldId xmlns:r="http://schemas.openxmlformats.org/officeDocument/2006/relationships" id="256" r:id="R876f33aa827c462f"/>
    <p:sldId xmlns:r="http://schemas.openxmlformats.org/officeDocument/2006/relationships" id="257" r:id="R594ac8d2568a43f3"/>
    <p:sldId xmlns:r="http://schemas.openxmlformats.org/officeDocument/2006/relationships" id="258" r:id="R51bb446ebe714d33"/>
    <p:sldId xmlns:r="http://schemas.openxmlformats.org/officeDocument/2006/relationships" id="259" r:id="R3f01fac1a4c64133"/>
    <p:sldId xmlns:r="http://schemas.openxmlformats.org/officeDocument/2006/relationships" id="260" r:id="R530644b4ccb54b1c"/>
    <p:sldId xmlns:r="http://schemas.openxmlformats.org/officeDocument/2006/relationships" id="261" r:id="R9cd6068cb45848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35deec163147d6" /><Relationship Type="http://schemas.openxmlformats.org/officeDocument/2006/relationships/slideMaster" Target="/ppt/slideMasters/slideMaster1.xml" Id="R5708ea3567e04739" /><Relationship Type="http://schemas.openxmlformats.org/officeDocument/2006/relationships/notesMaster" Target="/ppt/notesMasters/notesMaster1.xml" Id="R5a0e1dffb5e34c9b" /><Relationship Type="http://schemas.openxmlformats.org/officeDocument/2006/relationships/presProps" Target="/ppt/presProps.xml" Id="R3b6789d862514fd3" /><Relationship Type="http://schemas.openxmlformats.org/officeDocument/2006/relationships/tableStyles" Target="/ppt/tableStyles.xml" Id="R2f98c7b97e404196" /><Relationship Type="http://schemas.openxmlformats.org/officeDocument/2006/relationships/slide" Target="/ppt/slides/slide1.xml" Id="R876f33aa827c462f" /><Relationship Type="http://schemas.openxmlformats.org/officeDocument/2006/relationships/slide" Target="/ppt/slides/slide2.xml" Id="R594ac8d2568a43f3" /><Relationship Type="http://schemas.openxmlformats.org/officeDocument/2006/relationships/slide" Target="/ppt/slides/slide3.xml" Id="R51bb446ebe714d33" /><Relationship Type="http://schemas.openxmlformats.org/officeDocument/2006/relationships/slide" Target="/ppt/slides/slide4.xml" Id="R3f01fac1a4c64133" /><Relationship Type="http://schemas.openxmlformats.org/officeDocument/2006/relationships/slide" Target="/ppt/slides/slide5.xml" Id="R530644b4ccb54b1c" /><Relationship Type="http://schemas.openxmlformats.org/officeDocument/2006/relationships/slide" Target="/ppt/slides/slide6.xml" Id="R9cd6068cb45848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aea8e903d34a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03400949cd4a40" /><Relationship Type="http://schemas.openxmlformats.org/officeDocument/2006/relationships/notesMaster" Target="/ppt/notesMasters/notesMaster1.xml" Id="Rf17f3dd474d24a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869c29b9dc40ea" /><Relationship Type="http://schemas.openxmlformats.org/officeDocument/2006/relationships/notesMaster" Target="/ppt/notesMasters/notesMaster1.xml" Id="R9ad1c1f52c2a48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15509df11e4969" /><Relationship Type="http://schemas.openxmlformats.org/officeDocument/2006/relationships/notesMaster" Target="/ppt/notesMasters/notesMaster1.xml" Id="Rd3f1ef27628c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17e4bccb964b51" /><Relationship Type="http://schemas.openxmlformats.org/officeDocument/2006/relationships/notesMaster" Target="/ppt/notesMasters/notesMaster1.xml" Id="R62470f09c3f74e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1a065981a064fa7" /><Relationship Type="http://schemas.openxmlformats.org/officeDocument/2006/relationships/notesMaster" Target="/ppt/notesMasters/notesMaster1.xml" Id="R2730f6405b2a43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ba199c6d1a477d" /><Relationship Type="http://schemas.openxmlformats.org/officeDocument/2006/relationships/notesMaster" Target="/ppt/notesMasters/notesMaster1.xml" Id="R03a3b441de9d41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Вступление, 20 секунд. Бизнес часто описывает задачу слишком коротко. Мы помогаем уточнить её, показать готовность и найти команду через открытый каталог. Затем переключаемся на живое приложение. Источник требований: https://docs.google.com/document/d/1lFWekP2SirFarATKkWa5neHNL5DlhjZKkUacvGyZk8k/edit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кофейни синтетический. Уточняем пользователей, данные, ограничения, результат и критерии успеха. Ответы остаются редактируемыми. Источник требований: https://docs.google.com/document/d/1lFWekP2SirFarATKkWa5neHNL5DlhjZKkUacvGyZk8k/edit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реализации контекст и потребность дают по 10, контакт и формат связи по 5. Остальные веса совпадают с ТЗ. Рейтинг пересчитывается после подтверждения и определяет порядок каталога. Он проверяет полноту, а не достоверность смысла. Источник требований: https://docs.google.com/document/d/1lFWekP2SirFarATKkWa5neHNL5DlhjZKkUacvGyZk8k/edit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Автоматическое назначение отсутствует. Выбранная команда отправляет результат этапа по ссылке. Бизнес подтверждает факт выполнения. +20 — наше правило MVP, в ТЗ размер награды не задан. Рейтинг задачи и баллы прогресса команды считаются отдельно. Источник требований: https://docs.google.com/document/d/1lFWekP2SirFarATKkWa5neHNL5DlhjZKkUacvGyZk8k/edit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Локальная заглушка разрешена разделом 5 ТЗ. Это не настоящий вызов модели. Есть валидация формата, тесты некорректного ответа и интерфейс ошибки. Перед реальным запуском нужны авторизация и права владельцев. Источник требований: https://docs.google.com/document/d/1lFWekP2SirFarATKkWa5neHNL5DlhjZKkUacvGyZk8k/edit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Предложенное распределение для вашей команды из трёх человек. Имена участников не предоставлены. Подробный график на 5 часов находится в TEAM-PLAN.md. Основную часть защиты занимает работа в приложении, а эти слайды можно использовать для вступления и ответов.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b9cdb622d24b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8cf946a646415d" /><Relationship Type="http://schemas.openxmlformats.org/officeDocument/2006/relationships/slideLayout" Target="/ppt/slideLayouts/slideLayout1.xml" Id="R02f8971308e2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f8971308e2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8d86d57be47b7" /><Relationship Type="http://schemas.openxmlformats.org/officeDocument/2006/relationships/notesSlide" Target="/ppt/notesSlides/notesSlide1.xml" Id="R4ca5414db98b46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befaedcef4bc1" /><Relationship Type="http://schemas.openxmlformats.org/officeDocument/2006/relationships/notesSlide" Target="/ppt/notesSlides/notesSlide2.xml" Id="R989b665f5e4541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b83570bbe485a" /><Relationship Type="http://schemas.openxmlformats.org/officeDocument/2006/relationships/notesSlide" Target="/ppt/notesSlides/notesSlide3.xml" Id="Rd4ddba5edca447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b6da2aff443d3" /><Relationship Type="http://schemas.openxmlformats.org/officeDocument/2006/relationships/notesSlide" Target="/ppt/notesSlides/notesSlide4.xml" Id="R8709f1ea79be4b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a00d96790448d" /><Relationship Type="http://schemas.openxmlformats.org/officeDocument/2006/relationships/notesSlide" Target="/ppt/notesSlides/notesSlide5.xml" Id="Rcacab28525884a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7b5a3a1f74605" /><Relationship Type="http://schemas.openxmlformats.org/officeDocument/2006/relationships/notesSlide" Target="/ppt/notesSlides/notesSlide6.xml" Id="Rf9f3644f1fd24f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4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8EF94-5F25-4F6C-B368-7AF1280B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572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rPr>
              <a:t>AI Sana</a:t>
            </a:r>
          </a:p>
          <a:p xmlns:a="http://schemas.openxmlformats.org/drawingml/2006/main">
            <a:pPr>
              <a:defRPr sz="6150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rPr>
              <a:t>Challenge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06C3C-CFEC-4EC3-BCF1-059DD1E5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576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rPr>
              <a:t>Понятные задачи бизнеса</a:t>
            </a:r>
          </a:p>
          <a:p xmlns:a="http://schemas.openxmlformats.org/drawingml/2006/main">
            <a:pPr>
              <a:defRPr sz="2325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rPr>
              <a:t>и открытый выбор студенческих команд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4E826-0590-4BED-BF99-8B31BB34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150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8CBB5"/>
                </a:solidFill>
                <a:latin typeface="Helvetica Neue"/>
                <a:ea typeface="Helvetica Neue"/>
                <a:cs typeface="Helvetica Neue"/>
              </a:rPr>
              <a:t>Образование · MVP для практического хакатона</a:t>
            </a:r>
          </a:p>
        </p:txBody>
      </p:sp>
    </p:spTree>
    <p:extLst>
      <p:ext uri="{BB962C8B-B14F-4D97-AF65-F5344CB8AC3E}">
        <p14:creationId xmlns:p14="http://schemas.microsoft.com/office/powerpoint/2010/main" val="1044167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59EE0-8660-4D38-B2A4-A2ABE4C5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Проблема и наш сценарий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F69AB-D113-489E-9640-978AB653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02   AI Sana Challenge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63E86-35F9-4D66-9E81-47A9A56A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1455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rPr>
              <a:t>«Хотим лучше</a:t>
            </a:r>
          </a:p>
          <a:p xmlns:a="http://schemas.openxmlformats.org/drawingml/2006/main">
            <a:pPr>
              <a:defRPr sz="31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rPr>
              <a:t>планировать закупки»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ED1788-6A82-4FFF-BFD9-ECC7082B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5048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Такого описания мало, чтобы</a:t>
            </a:r>
          </a:p>
          <a:p xmlns:a="http://schemas.openxmlformats.org/drawingml/2006/main">
            <a:pPr>
              <a:defRPr sz="21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оценить объём работы и начать.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49588-16CA-4528-AD32-22AEA467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4857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01  Уточняющие вопросы</a:t>
            </a:r>
          </a:p>
          <a:p xmlns:a="http://schemas.openxmlformats.org/drawingml/2006/main">
            <a:pPr>
              <a:defRPr sz="2175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02  Карточка и подтверждение</a:t>
            </a:r>
          </a:p>
          <a:p xmlns:a="http://schemas.openxmlformats.org/drawingml/2006/main">
            <a:pPr>
              <a:defRPr sz="2175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03  Рейтинг и открытый каталог</a:t>
            </a:r>
          </a:p>
          <a:p xmlns:a="http://schemas.openxmlformats.org/drawingml/2006/main">
            <a:pPr>
              <a:defRPr sz="2175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04  Отклик и решение бизнеса</a:t>
            </a:r>
          </a:p>
        </p:txBody>
      </p:sp>
    </p:spTree>
    <p:extLst>
      <p:ext uri="{BB962C8B-B14F-4D97-AF65-F5344CB8AC3E}">
        <p14:creationId xmlns:p14="http://schemas.microsoft.com/office/powerpoint/2010/main" val="6602007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D53AC-FF49-4E43-B73D-DF886464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Рейтинг готовности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31C18-D72F-4945-8205-AC8FF897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03   AI Sana Challenge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E5935-A968-4F46-A98B-0C6BB9DD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4191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6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6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rPr>
              <a:t>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DC18B8-D7A3-4D4C-9626-6D2092E8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95725"/>
            <a:ext cx="4524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баллов за подтверждённые сведения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B63E6-F659-41FE-A215-5C68E2F8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457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Даже слабые задачи доступны</a:t>
            </a:r>
          </a:p>
          <a:p xmlns:a="http://schemas.openxmlformats.org/drawingml/2006/main">
            <a:pPr>
              <a:defRPr sz="18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для просмотра и откликов.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4F0DFD-1E01-44A8-B686-84958AAE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095875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20   Контекст и потребность</a:t>
            </a:r>
          </a:p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20   Данные и материалы</a:t>
            </a:r>
          </a:p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15   Ожидаемый результат</a:t>
            </a:r>
          </a:p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15   Критерии успеха</a:t>
            </a:r>
          </a:p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10   Ограничения</a:t>
            </a:r>
          </a:p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10   Пользователи</a:t>
            </a:r>
          </a:p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10   Связь с бизнесом</a:t>
            </a:r>
          </a:p>
        </p:txBody>
      </p:sp>
    </p:spTree>
    <p:extLst>
      <p:ext uri="{BB962C8B-B14F-4D97-AF65-F5344CB8AC3E}">
        <p14:creationId xmlns:p14="http://schemas.microsoft.com/office/powerpoint/2010/main" val="1398059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44E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C9615-3BF7-481D-A976-0A726567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rPr>
              <a:t>Решения остаются за людьми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FAFF5-A03F-43B2-A1E5-5D649E5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8CB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CBB5"/>
                </a:solidFill>
                <a:latin typeface="Helvetica Neue"/>
                <a:ea typeface="Helvetica Neue"/>
                <a:cs typeface="Helvetica Neue"/>
              </a:rPr>
              <a:t>04   AI Sana Challenge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70629-A5DF-460A-B14A-9E1AA5E4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rPr>
              <a:t>Студенческая команда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55B8CC-7A92-4C1B-B2B3-A547EE0D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rPr>
              <a:t>Выбирает задачу в каталоге.</a:t>
            </a:r>
          </a:p>
          <a:p xmlns:a="http://schemas.openxmlformats.org/drawingml/2006/main">
            <a:pPr>
              <a:def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rPr>
              <a:t>Предлагает идею, план, срок</a:t>
            </a:r>
          </a:p>
          <a:p xmlns:a="http://schemas.openxmlformats.org/drawingml/2006/main">
            <a:pPr>
              <a:def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rPr>
              <a:t>и ссылку на прототип.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46CD1-8D96-4883-8CF4-9DC3ABBD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D4EF9B"/>
                </a:solidFill>
                <a:latin typeface="Helvetica Neue"/>
                <a:ea typeface="Helvetica Neue"/>
                <a:cs typeface="Helvetica Neue"/>
              </a:rPr>
              <a:t>Представитель бизнеса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395639-8871-4504-9D13-077F73DA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24175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rPr>
              <a:t>Сравнивает предложения.</a:t>
            </a:r>
          </a:p>
          <a:p xmlns:a="http://schemas.openxmlformats.org/drawingml/2006/main">
            <a:pPr>
              <a:def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rPr>
              <a:t>Выбирает одну, несколько</a:t>
            </a:r>
          </a:p>
          <a:p xmlns:a="http://schemas.openxmlformats.org/drawingml/2006/main">
            <a:pPr>
              <a:def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3F7EC"/>
                </a:solidFill>
                <a:latin typeface="Helvetica Neue"/>
                <a:ea typeface="Helvetica Neue"/>
                <a:cs typeface="Helvetica Neue"/>
              </a:rPr>
              <a:t>или ни одной команды.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9AB7B-2385-46FF-8F6F-BDE05AF6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5D9B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C5D9B6"/>
                </a:solidFill>
                <a:latin typeface="Helvetica Neue"/>
                <a:ea typeface="Helvetica Neue"/>
                <a:cs typeface="Helvetica Neue"/>
              </a:rPr>
              <a:t>Подтверждённый этап приносит команде 20 баллов.</a:t>
            </a:r>
          </a:p>
        </p:txBody>
      </p:sp>
    </p:spTree>
    <p:extLst>
      <p:ext uri="{BB962C8B-B14F-4D97-AF65-F5344CB8AC3E}">
        <p14:creationId xmlns:p14="http://schemas.microsoft.com/office/powerpoint/2010/main" val="2076477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646E3-02C5-4CC1-B00B-F4FF870C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Работающий MVP и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FA7F8-9FD0-4C09-BD10-9B71F4B1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05   AI Sana Challenge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D0C2-744A-4AE1-B352-2ACD3445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547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rPr>
              <a:t>Python + SQLite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72FF8-0518-4DE6-876B-3EA1BF8A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71800"/>
            <a:ext cx="552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Запуск одной командой</a:t>
            </a:r>
          </a:p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Сохранение карточек и откликов</a:t>
            </a:r>
          </a:p>
          <a:p xmlns:a="http://schemas.openxmlformats.org/drawingml/2006/main">
            <a:pPr>
              <a:def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Пересчёт рейтинга на сервере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AC3ED-1A4B-4714-B852-63E42DE6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5740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rPr>
              <a:t>Локальная AI-заглушка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2B751-9DD9-4BF8-BD6A-ED9030EE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4325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Вопросы по незаполненным полям.</a:t>
            </a:r>
          </a:p>
          <a:p xmlns:a="http://schemas.openxmlformats.org/drawingml/2006/main">
            <a:pPr>
              <a:defRPr sz="195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Промпт и JSON-контракт открыты.</a:t>
            </a:r>
          </a:p>
          <a:p xmlns:a="http://schemas.openxmlformats.org/drawingml/2006/main">
            <a:pPr>
              <a:defRPr sz="195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Новые факты не добавляются.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DF781-9F04-44E3-BC18-0B52AD27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911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Демо-роли без авторизации. Внешняя языковая модель пока не подключена.</a:t>
            </a:r>
          </a:p>
        </p:txBody>
      </p:sp>
    </p:spTree>
    <p:extLst>
      <p:ext uri="{BB962C8B-B14F-4D97-AF65-F5344CB8AC3E}">
        <p14:creationId xmlns:p14="http://schemas.microsoft.com/office/powerpoint/2010/main" val="1907510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03C73-BDFA-45E3-989C-E7CFDB3F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"/>
            <a:ext cx="1076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Команда из трёх человек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7FD9C-1BBC-4803-BFB3-32BD4CB1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191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06   AI Sana Challenge 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2131A-5F2F-4461-8281-039474CE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2EB7C-4377-4E80-88C8-A80B03DC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0275"/>
            <a:ext cx="3476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Интерфейс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E538C1-F532-4372-9BD1-B9D13FC3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76475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Каталог, формы и показ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3078A-BEB4-4773-82C7-694FF2F8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B96D9-994B-4B61-98DE-E505253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95650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Логика и данные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C7F08-90A2-4BB4-B948-D24CEC9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Рейтинг, API и решения бизнеса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58BE-B934-4CC8-A5B6-44B503FE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80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244E4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ADBA6-1223-4E92-A006-0158FE4D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9102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243831"/>
                </a:solidFill>
                <a:latin typeface="Helvetica Neue"/>
                <a:ea typeface="Helvetica Neue"/>
                <a:cs typeface="Helvetica Neue"/>
              </a:rPr>
              <a:t>AI и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FABF3-9087-4477-B9B7-93FDBB5B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76750"/>
            <a:ext cx="4905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738276"/>
                </a:solidFill>
                <a:latin typeface="Helvetica Neue"/>
                <a:ea typeface="Helvetica Neue"/>
                <a:cs typeface="Helvetica Neue"/>
              </a:rPr>
              <a:t>Вопросы, тесты и защита</a:t>
            </a:r>
          </a:p>
        </p:txBody>
      </p:sp>
    </p:spTree>
    <p:extLst>
      <p:ext uri="{BB962C8B-B14F-4D97-AF65-F5344CB8AC3E}">
        <p14:creationId xmlns:p14="http://schemas.microsoft.com/office/powerpoint/2010/main" val="345659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2026-09-23T08:33:37.0840000Z</dcterms:created>
  <dcterms:modified xsi:type="dcterms:W3CDTF">2026-09-23T08:33:37.0840000Z</dcterms:modified>
</coreProperties>
</file>